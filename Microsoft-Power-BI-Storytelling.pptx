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ef8d0d9-ba70-4c9b-a2f3-2b6daa71ebbf}">
  <we:reference id="WA200003233" version="2.0.0.3" store="en-US" storeType="OMEX"/>
  <we:alternateReferences/>
  <we:properties>
    <we:property name="Microsoft.Office.CampaignId" value="&quot;none&quot;"/>
    <we:property name="reportUrl" value="&quot;/groups/410dfd03-b7d9-493a-9a63-15b6487b99db/reports/179cb939-28d8-461e-9d71-177a75bff41b/52dea9b545b2a70a9ca2?bookmarkGuid=e102d117-9fa7-4081-8b40-31cfe5e0eef7&amp;bookmarkUsage=1&amp;ctid=b87386c8-9083-4a27-9ddf-63a3dfa33850&amp;fromEntryPoint=export&amp;pbi_source=storytelling_addin&quot;"/>
    <we:property name="reportState" value="&quot;CONNECTED&quot;"/>
    <we:property name="artifactViewState" value="&quot;live&quot;"/>
    <we:property name="reportEmbeddedTime" value="&quot;2025-11-21T12:47:25.887Z&quot;"/>
    <we:property name="creatorSessionId" value="&quot;e662334e-d00d-4586-804c-2120a46d5898&quot;"/>
    <we:property name="creatorUserId" value="&quot;10032000FD495914&quot;"/>
    <we:property name="creatorTenantId" value="&quot;b87386c8-9083-4a27-9ddf-63a3dfa33850&quot;"/>
    <we:property name="pageDisplayName" value="&quot;Home&quot;"/>
    <we:property name="pageName" value="&quot;52dea9b545b2a70a9ca2&quot;"/>
    <we:property name="reportName" value="&quot;pizza report&quot;"/>
    <we:property name="isVisualContainerHeaderHidden" value="false"/>
    <we:property name="isFiltersActionButtonVisible" value="true"/>
    <we:property name="initialStateBookmark" value="&quot;H4sIAAAAAAAAA+1ZS2/bOBD+K4EuvbgLUiJFMrc07V76RFt0D4ugGJIjR60sGRKd5oH89x1R9rZunCh1m8QFChi2RQ4/zgznmyGpi8SX3byCs1cww2Q/edI0n2fQft7jySSpl22vXz9/efD2+cdXBy+fUXMzD2VTd8n+RRKgnWL4UHYLqHoEavz3aJJAVb2Baf9UQNXhJJlj2zU1VOU5DsLUFdoFXk4SPJ1XTQs95LsAAXvYExKnZ5qb/5XRjOBCeYLv0IWhVaYewVgppE1BMTAOUhLrBoGo2UaRHjpOf9jUAcqapunbRMGctpLlYCVmhnGe2769KKuwFLFnz07nLVlHNp/Ne68c+BOoHfokmtBiN2h8kbxE6BZttOPZWse7ZtE6fItF7KpDGc4IZ16en8PHDipy1yX5403bkLdiV2gCVHstnmCNC4y9x82XwxbJTT7ZZ5eT+9QGTqZ7Teux3TuB6uHVGZwTBfa6pvK7oU90UPfQuvRLNXiGWgadNqh0RC1dWU+rJSe/0uP9oKmD1i+7iPX2E9GrJwMNi5BPziIfnpbtipjp5DvN75ALpD5JiFSBklool1smMw9gXQ95o13dMdDvmkk9FlPcW8EZMi4My33OrBrFCngabHN6Fc14Tuqg9t5pwQhUZGx7NG+cla4ArjQyZjRTYly3ckZJ+CqWM1Jl2uXeofIMHWdqXLNrsIzKubV5Zozhihn6y/xo6jykCJw2beliYK2T4LCpFrP6FwTMkKo8nD00GUcSwzgLo0cOj6ENt6Qh/56Gd+LUy6NVYSaBT9+U3uXyDmrdydRHQ+yBNTYzPmXCWcys4lruTtm+RSW4Rx7MaMNzvE30AcnuUuytDHmQ6FtNPsSfUkrn3heO57R99EbpNN2N3Dd0uZUnfvMEWCzqGndmC/K/HfccgVfWdBmEKGQhNQPgGWipvPfiTxBucZYaDUPf1IvwI6nwfnfDuxCMwiLngOjyVNhUa2Ms7E5FvtVB+h6p0ZXnfwLxV3ryaHlUUpKlwljDMrQMgTu9/cGLe8G1dkIpwmJ0CEs9bI8mtUs1z63JpZIudULzn9BN0pErzRlneZZLRydDzsz2aCxTKKXJGB3hVKozJfnvUklGKdNVpcN2zeZkhu00UsBDgGjTfJiyxKG/8bEbo8kXyYuS3DBgf4gXYPvJo6c0wjdf6kd95C+vJDZGfxzR3UsSBlPkXBQGGG0Lcs91lvPdWMeYnj76/pL3V6/hlPJPXJwryziYvf7vw+p+mTLj320zi8OWN+BzmmGjMZNkUIT1Ke6fY+zzZ1zO2pdh6ZKDOt5+vMAiDJ6bzaEtu5UfV0/Py16OJv8qeAsXDw9RxZsd+7acHodrQrYXCuUMH6WMy8eM0+c9Y/vxM0TxN+Nv1j97aP3zjfoPPIyF6Bpmd4Fq59Plu4Yb6D3qK2JK7X8YiKePsytAt8k2TzB8QVxLNg9zCl8t1bXF/i7S3drMQ6qTOXBlMpNby4UGNJynowVwDlN8BSflFELTXi2DubO2EN4zgyxVFp3Hn8YUPNXOgc2E0Gg9fetsFPO629u8UIBcZQwVZMwyz8eL/jVYIJHlwjEnOaLlKfNu65tgzrPCoJI25ZBaYZ0UdjusCLcpyTeL0M3B4RuocQOtiTpQe/QjNIqvJAfSkS6lrcZ417+oTL7mlf8Ay+3RujMdAAA=&quot;"/>
    <we:property name="bookmark" value="&quot;H4sIAAAAAAAAA+1ZTW/bOBD9K4EuvbgLUiJFMrc27V62WxRtkT0sgmJIjhy1smRItJsP5L/viLK3deNEqdskLlDASCxy+Pg4nDcj0peJL7t5BeevYYbJYfK8aT7NoP10wJNJUg9thTFCsswarzPLudbeZtTbzEPZ1F1yeJkEaKcYjstuAVUPRI3/JmCKnIvCAJOa5Z7rLOfJySSBqnoD096mgKrDSTLHtmtqqMoLHCCoK7QLvJokeDavmhb6id4FCNhPtiRzeiZi/I+eB7hQLvEdujC0ytQjGCuFtCkoBsZBSmbdYBD5bjXpoeP0R00doKxpmr5NFMxpK1kOVmJmGOe57duLsgorE3v+8mze0prJE+fz3mXP/BJqhz6JS2ixGxhfJn8jdIs2ruPlRse7ZtE6fItF7KpDGc4JZ15eXMCHDipy1xX5403bkLdiV2gCVActLrHGBcbe0+bzUYvkJp8csqvJQ7KB5fSgaT22B0uoHp/O4JxocNA1ld8PPtFB3WNz6bdq8Ay1DJy2UDqhlq6sp9VKk1/k8X5g6qD1qy7KBfYjyasXAw2LkM/Pox5elO1amOnkG+b3qAWiTxYiVaCkFsrllsnMA1jXQ966ru4U6P/Gknospri3gjNkXBhKZzmzahQr4Fmwzdl1NOM50UHtvdOCEajI2O5o3jgrXQFcaWTMaKbEOLdyRkn4OpYzUmXa5d6h8gwdZ2qc2Q1YRuXc2jwzxnDFDH1lfjR1HlEETpu2dDGwNkVw1FSLWf0TAmZIVR7OH1uMI4lhXIXRI0en0IY7ypB/K8N7cerVybowk8HHr0rvansHWvcy9ckQe2CNzYxPmXAWM6u4lvtTtu9QCR5QBzN64TndJfqAbPcp9tYLeZToW08+xJ9SSufeF47n9ProjdJpuh+5b+hya0/84gmwWNQ17s0ryP/reOAIvLanqyBEIQs6fQHwDLRU3nvxOwh3OEuNhqFv6kX4nlT4sG/D+xCMwiLngOjyVNhUa2Ms7E9FvtNB+gGl0ZUXvwPxZ3ryZHVUUpKlwljDMrQMgTu9+8GLe8G1dkIpwmJ0CEs97I4mtUs1z63JpZIudULzH+Am6ciV5oyzPMulo5MhZ2Z3NJYplNJkjI5wKtWZkvxXqSSjkumq0mG7seZkhu00SsBDgLim+TBliUN/42M3xiVfJq9KcsOAfRwvwA6TJy9ohG8+10/6yF9dSWyN/jiie5AkvPVSdi/2MaanD76/5P3Zezil/BM359o2Dsve/Ha8vl+mzPhn28zisNX1+Jxm2LqYSTIQYX2K++cU+/wZt7P2ZVi55Fkdbz9eYREGz83m0Jbd2o/rp7/K3o4m/2J4BxcPD5Hi7Y59W05Pww0h2xuFcoZPUsblU8bp856xw/gZovir8bfzzx6bf76V/6DDWIhuUHYXqHa+WP3WcIu8R31FSqn9dwPx9Gl2Degu2eY5hs+IG8nmcU7h6626sdjfR7rbmHlIdTIHrkxmcmu50ICG83S0AM5hiq9hWU4hNO31Mpg7awvhPTPIUmXRefxhTMFT7RzYTAiN1tNfnY1i3nR7mxcKkKuMoYKMWeb5eNG/AQskslw45iRHtDxl3u18E8x5VhhU0qYcUiusk8LuhhXhtiX5ZhG6OTh8AzVukTVJB2qPfkRG8SfJ5Eue+A8tZR2AIB0AAA==&quot;"/>
    <we:property name="datasetId" value="&quot;bfea90b5-6513-4474-baa9-64cb24feb4ee&quot;"/>
    <we:property name="embedUrl" value="&quot;/reportEmbed?reportId=179cb939-28d8-461e-9d71-177a75bff41b&amp;config=eyJjbHVzdGVyVXJsIjoiaHR0cHM6Ly9XQUJJLUlORElBLVdFU1Q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Dishika Jain</cp:lastModifiedBy>
  <cp:revision>3</cp:revision>
  <dcterms:created xsi:type="dcterms:W3CDTF">2018-06-07T21:39:02Z</dcterms:created>
  <dcterms:modified xsi:type="dcterms:W3CDTF">2025-11-21T12:48:02Z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